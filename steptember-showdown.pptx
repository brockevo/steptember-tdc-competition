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lts" id="{dae83427-fa7d-9207-2c56-804cd48c85e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 steps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010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Escalated to the Stepping Committee</c:v>
                  </c:pt>
                  <c:pt idx="1">
                    <c:v>Finding Our Footing</c:v>
                  </c:pt>
                  <c:pt idx="2">
                    <c:v>Walkoholics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2010568</c:v>
                </c:pt>
                <c:pt idx="1">
                  <c:v>1752951</c:v>
                </c:pt>
                <c:pt idx="2">
                  <c:v>1621952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010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10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16380.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 raised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010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Finding Our Footing</c:v>
                  </c:pt>
                  <c:pt idx="1">
                    <c:v>Escalated to the Stepping Committee</c:v>
                  </c:pt>
                  <c:pt idx="2">
                    <c:v>Walkoholics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866</c:v>
                </c:pt>
                <c:pt idx="1">
                  <c:v>470</c:v>
                </c:pt>
                <c:pt idx="2">
                  <c:v>154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010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10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42.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as at 11 Oct 2026. Team money uses each team's Steptember page; individual figures are personal pages and may not sum exactly. Escalated to the Stepping Committee won steps; Finding Our Footing raised the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WDOWN">
    <p:bg>
      <p:bgPr>
        <a:solidFill>
          <a:srgbClr val="2B2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TDC Steptember Showdown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Raising money for the Cerebral Palsy Alliance  ·  September 2026</a:t>
            </a:r>
            <a:endParaRPr lang="en-US" sz="1600" dirty="0"/>
          </a:p>
        </p:txBody>
      </p:sp>
      <p:sp>
        <p:nvSpPr>
          <p:cNvPr id="4" name="Stat card 1"/>
          <p:cNvSpPr/>
          <p:nvPr/>
        </p:nvSpPr>
        <p:spPr>
          <a:xfrm>
            <a:off x="548640" y="1600200"/>
            <a:ext cx="2651760" cy="1143000"/>
          </a:xfrm>
          <a:prstGeom prst="roundRect">
            <a:avLst>
              <a:gd name="adj" fmla="val 14400"/>
            </a:avLst>
          </a:prstGeom>
          <a:solidFill>
            <a:srgbClr val="3D31A0"/>
          </a:solidFill>
          <a:ln w="12700">
            <a:solidFill>
              <a:srgbClr val="3D31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5,385,471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TOTAL STEPS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3383280" y="1600200"/>
            <a:ext cx="2651760" cy="1143000"/>
          </a:xfrm>
          <a:prstGeom prst="roundRect">
            <a:avLst>
              <a:gd name="adj" fmla="val 14400"/>
            </a:avLst>
          </a:prstGeom>
          <a:solidFill>
            <a:srgbClr val="3D31A0"/>
          </a:solidFill>
          <a:ln w="12700">
            <a:solidFill>
              <a:srgbClr val="3D31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$1,490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TOTAL RAISED (AUD)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1600200"/>
            <a:ext cx="2651760" cy="1143000"/>
          </a:xfrm>
          <a:prstGeom prst="roundRect">
            <a:avLst>
              <a:gd name="adj" fmla="val 14400"/>
            </a:avLst>
          </a:prstGeom>
          <a:solidFill>
            <a:srgbClr val="3D31A0"/>
          </a:solidFill>
          <a:ln w="12700">
            <a:solidFill>
              <a:srgbClr val="3D31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4,039 km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DISTANCE WALKED</a:t>
            </a:r>
            <a:endParaRPr lang="en-US" sz="1200" dirty="0"/>
          </a:p>
        </p:txBody>
      </p:sp>
      <p:sp>
        <p:nvSpPr>
          <p:cNvPr id="13" name="Stat card 4"/>
          <p:cNvSpPr/>
          <p:nvPr/>
        </p:nvSpPr>
        <p:spPr>
          <a:xfrm>
            <a:off x="9052560" y="1600200"/>
            <a:ext cx="2651760" cy="1143000"/>
          </a:xfrm>
          <a:prstGeom prst="roundRect">
            <a:avLst>
              <a:gd name="adj" fmla="val 14400"/>
            </a:avLst>
          </a:prstGeom>
          <a:solidFill>
            <a:srgbClr val="3D31A0"/>
          </a:solidFill>
          <a:ln w="12700">
            <a:solidFill>
              <a:srgbClr val="3D31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STEPPERS IN 3 TEAMS</a:t>
            </a:r>
            <a:endParaRPr lang="en-US" sz="1200" dirty="0"/>
          </a:p>
        </p:txBody>
      </p:sp>
      <p:sp>
        <p:nvSpPr>
          <p:cNvPr id="16" name="Most steps card"/>
          <p:cNvSpPr/>
          <p:nvPr/>
        </p:nvSpPr>
        <p:spPr>
          <a:xfrm>
            <a:off x="548640" y="2926080"/>
            <a:ext cx="5486400" cy="2331720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9992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Most steps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45F"/>
                </a:solidFill>
              </a:rPr>
              <a:t>Team total across four steppers (thousands)</a:t>
            </a:r>
            <a:endParaRPr lang="en-US" sz="18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85800" y="3566160"/>
          <a:ext cx="52120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Most raised card"/>
          <p:cNvSpPr/>
          <p:nvPr/>
        </p:nvSpPr>
        <p:spPr>
          <a:xfrm>
            <a:off x="6217920" y="2926080"/>
            <a:ext cx="5486400" cy="2331720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29992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Most raised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45F"/>
                </a:solidFill>
              </a:rPr>
              <a:t>Team fundraising pages (AUD)</a:t>
            </a:r>
            <a:endParaRPr lang="en-US" sz="18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6355080" y="3566160"/>
          <a:ext cx="52120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Award 1"/>
          <p:cNvSpPr/>
          <p:nvPr/>
        </p:nvSpPr>
        <p:spPr>
          <a:xfrm>
            <a:off x="548640" y="5440680"/>
            <a:ext cx="3593592" cy="1188720"/>
          </a:xfrm>
          <a:prstGeom prst="roundRect">
            <a:avLst>
              <a:gd name="adj" fmla="val 13846"/>
            </a:avLst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5486400"/>
            <a:ext cx="3227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014"/>
                </a:solidFill>
              </a:rPr>
              <a:t>STEP CHAMPION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1014"/>
                </a:solidFill>
              </a:rPr>
              <a:t>ben walker  ·  601,802 steps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1014"/>
                </a:solidFill>
              </a:rPr>
              <a:t>Escalated to the Stepping Committee</a:t>
            </a:r>
            <a:endParaRPr lang="en-US" sz="1200" dirty="0"/>
          </a:p>
        </p:txBody>
      </p:sp>
      <p:sp>
        <p:nvSpPr>
          <p:cNvPr id="24" name="Award 2"/>
          <p:cNvSpPr/>
          <p:nvPr/>
        </p:nvSpPr>
        <p:spPr>
          <a:xfrm>
            <a:off x="4325112" y="5440680"/>
            <a:ext cx="3593592" cy="1188720"/>
          </a:xfrm>
          <a:prstGeom prst="roundRect">
            <a:avLst>
              <a:gd name="adj" fmla="val 13846"/>
            </a:avLst>
          </a:prstGeom>
          <a:solidFill>
            <a:srgbClr val="C9C2F3"/>
          </a:solidFill>
          <a:ln w="12700">
            <a:solidFill>
              <a:srgbClr val="C9C2F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07992" y="5486400"/>
            <a:ext cx="3227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014"/>
                </a:solidFill>
              </a:rPr>
              <a:t>FEWEST STEPS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1014"/>
                </a:solidFill>
              </a:rPr>
              <a:t>Brock Evans  ·  347,451 steps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1014"/>
                </a:solidFill>
              </a:rPr>
              <a:t>Finding Our Footing</a:t>
            </a:r>
            <a:endParaRPr lang="en-US" sz="1200" dirty="0"/>
          </a:p>
        </p:txBody>
      </p:sp>
      <p:sp>
        <p:nvSpPr>
          <p:cNvPr id="26" name="Award 3"/>
          <p:cNvSpPr/>
          <p:nvPr/>
        </p:nvSpPr>
        <p:spPr>
          <a:xfrm>
            <a:off x="8101584" y="5440680"/>
            <a:ext cx="3593592" cy="1188720"/>
          </a:xfrm>
          <a:prstGeom prst="roundRect">
            <a:avLst>
              <a:gd name="adj" fmla="val 13846"/>
            </a:avLst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284464" y="5486400"/>
            <a:ext cx="3227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014"/>
                </a:solidFill>
              </a:rPr>
              <a:t>TOP FUNDRAISER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1014"/>
                </a:solidFill>
              </a:rPr>
              <a:t>Emma Coggin  ·  $470 raised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1014"/>
                </a:solidFill>
              </a:rPr>
              <a:t>Escalated to the Stepping Committee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DC Steptember">
  <a:themeElements>
    <a:clrScheme name="TDC Steptember">
      <a:dk1>
        <a:srgbClr val="101014"/>
      </a:dk1>
      <a:lt1>
        <a:srgbClr val="FFFFFF"/>
      </a:lt1>
      <a:dk2>
        <a:srgbClr val="2B2170"/>
      </a:dk2>
      <a:lt2>
        <a:srgbClr val="F3F2EE"/>
      </a:lt2>
      <a:accent1>
        <a:srgbClr val="2A78D6"/>
      </a:accent1>
      <a:accent2>
        <a:srgbClr val="EB6834"/>
      </a:accent2>
      <a:accent3>
        <a:srgbClr val="1BAF7A"/>
      </a:accent3>
      <a:accent4>
        <a:srgbClr val="6A55E0"/>
      </a:accent4>
      <a:accent5>
        <a:srgbClr val="F7B955"/>
      </a:accent5>
      <a:accent6>
        <a:srgbClr val="C9C2F3"/>
      </a:accent6>
      <a:hlink>
        <a:srgbClr val="6A55E0"/>
      </a:hlink>
      <a:folHlink>
        <a:srgbClr val="5B46D6"/>
      </a:folHlink>
    </a:clrScheme>
    <a:fontScheme name="TDC Steptemb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TDC Steptember Showdown</dc:title>
  <dc:subject>PptxGenJS Presentation</dc:subject>
  <dc:creator>PptxGenJS</dc:creator>
  <cp:lastModifiedBy>PptxGenJS</cp:lastModifiedBy>
  <cp:revision>1</cp:revision>
  <dcterms:created xsi:type="dcterms:W3CDTF">2026-10-12T08:29:04Z</dcterms:created>
  <dcterms:modified xsi:type="dcterms:W3CDTF">2026-10-12T08:29:04Z</dcterms:modified>
</cp:coreProperties>
</file>